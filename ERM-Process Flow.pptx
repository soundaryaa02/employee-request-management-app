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73" r:id="rId2"/>
    <p:sldId id="376" r:id="rId3"/>
    <p:sldId id="379" r:id="rId4"/>
    <p:sldId id="390" r:id="rId5"/>
    <p:sldId id="374" r:id="rId6"/>
    <p:sldId id="375" r:id="rId7"/>
    <p:sldId id="377" r:id="rId8"/>
    <p:sldId id="380" r:id="rId9"/>
    <p:sldId id="382" r:id="rId10"/>
    <p:sldId id="378" r:id="rId11"/>
    <p:sldId id="383" r:id="rId12"/>
    <p:sldId id="381" r:id="rId13"/>
    <p:sldId id="385" r:id="rId14"/>
    <p:sldId id="384" r:id="rId15"/>
    <p:sldId id="386" r:id="rId16"/>
    <p:sldId id="388" r:id="rId17"/>
    <p:sldId id="389" r:id="rId18"/>
    <p:sldId id="38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8C9A7E-AF41-4DC4-B03E-F354D46C9041}" type="doc">
      <dgm:prSet loTypeId="urn:microsoft.com/office/officeart/2005/8/layout/cycle5" loCatId="cycle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F6429B6-E8D8-4778-AA16-0F47D38B9F7E}">
      <dgm:prSet/>
      <dgm:spPr/>
      <dgm:t>
        <a:bodyPr/>
        <a:lstStyle/>
        <a:p>
          <a:r>
            <a:rPr lang="en-US" b="1" dirty="0"/>
            <a:t>Home</a:t>
          </a:r>
          <a:r>
            <a:rPr lang="en-US" dirty="0"/>
            <a:t> </a:t>
          </a:r>
          <a:r>
            <a:rPr lang="en-US" b="1" dirty="0"/>
            <a:t>Screen</a:t>
          </a:r>
        </a:p>
      </dgm:t>
    </dgm:pt>
    <dgm:pt modelId="{90D55F6A-1FF4-4BB9-BA54-43F1B1085DB1}" type="parTrans" cxnId="{65FC6A07-239E-4E2D-9A79-696BD5E93CC2}">
      <dgm:prSet/>
      <dgm:spPr/>
      <dgm:t>
        <a:bodyPr/>
        <a:lstStyle/>
        <a:p>
          <a:endParaRPr lang="en-US"/>
        </a:p>
      </dgm:t>
    </dgm:pt>
    <dgm:pt modelId="{D1D156AA-39EC-4AE4-BDAA-8AA089D7AD7A}" type="sibTrans" cxnId="{65FC6A07-239E-4E2D-9A79-696BD5E93CC2}">
      <dgm:prSet/>
      <dgm:spPr/>
      <dgm:t>
        <a:bodyPr/>
        <a:lstStyle/>
        <a:p>
          <a:endParaRPr lang="en-US"/>
        </a:p>
      </dgm:t>
    </dgm:pt>
    <dgm:pt modelId="{513E7566-0246-4119-B609-E4A2A726030B}">
      <dgm:prSet/>
      <dgm:spPr/>
      <dgm:t>
        <a:bodyPr/>
        <a:lstStyle/>
        <a:p>
          <a:r>
            <a:rPr lang="en-US" b="1" dirty="0"/>
            <a:t>My</a:t>
          </a:r>
          <a:r>
            <a:rPr lang="en-US" dirty="0"/>
            <a:t> </a:t>
          </a:r>
          <a:r>
            <a:rPr lang="en-US" b="1" dirty="0"/>
            <a:t>Profile</a:t>
          </a:r>
        </a:p>
      </dgm:t>
    </dgm:pt>
    <dgm:pt modelId="{04A75799-17AA-42C0-A838-4176BA3A0B1C}" type="parTrans" cxnId="{FF96DD1A-BDBF-4F7D-84BB-96183B4F84A2}">
      <dgm:prSet/>
      <dgm:spPr/>
      <dgm:t>
        <a:bodyPr/>
        <a:lstStyle/>
        <a:p>
          <a:endParaRPr lang="en-US"/>
        </a:p>
      </dgm:t>
    </dgm:pt>
    <dgm:pt modelId="{B511B90D-B907-491C-ACA0-36D873E6B880}" type="sibTrans" cxnId="{FF96DD1A-BDBF-4F7D-84BB-96183B4F84A2}">
      <dgm:prSet/>
      <dgm:spPr/>
      <dgm:t>
        <a:bodyPr/>
        <a:lstStyle/>
        <a:p>
          <a:endParaRPr lang="en-US"/>
        </a:p>
      </dgm:t>
    </dgm:pt>
    <dgm:pt modelId="{F4105CC6-F100-4A4E-BF28-4DA5E575A371}">
      <dgm:prSet/>
      <dgm:spPr/>
      <dgm:t>
        <a:bodyPr/>
        <a:lstStyle/>
        <a:p>
          <a:r>
            <a:rPr lang="en-US" b="1" dirty="0"/>
            <a:t>My Approval</a:t>
          </a:r>
        </a:p>
      </dgm:t>
    </dgm:pt>
    <dgm:pt modelId="{B7897B98-19BD-4211-8C84-E34D8F61BE6D}" type="parTrans" cxnId="{09F92E4F-9F82-48D7-9027-0047D2C21FC0}">
      <dgm:prSet/>
      <dgm:spPr/>
      <dgm:t>
        <a:bodyPr/>
        <a:lstStyle/>
        <a:p>
          <a:endParaRPr lang="en-US"/>
        </a:p>
      </dgm:t>
    </dgm:pt>
    <dgm:pt modelId="{D4320D36-9367-43A4-BDAF-1EA820FC4EB8}" type="sibTrans" cxnId="{09F92E4F-9F82-48D7-9027-0047D2C21FC0}">
      <dgm:prSet/>
      <dgm:spPr/>
      <dgm:t>
        <a:bodyPr/>
        <a:lstStyle/>
        <a:p>
          <a:endParaRPr lang="en-US"/>
        </a:p>
      </dgm:t>
    </dgm:pt>
    <dgm:pt modelId="{4EA86E5A-8D49-42C5-9F19-33759B258BD6}">
      <dgm:prSet/>
      <dgm:spPr/>
      <dgm:t>
        <a:bodyPr/>
        <a:lstStyle/>
        <a:p>
          <a:r>
            <a:rPr lang="en-US" b="1" dirty="0"/>
            <a:t>Create</a:t>
          </a:r>
          <a:r>
            <a:rPr lang="en-US" dirty="0"/>
            <a:t> </a:t>
          </a:r>
          <a:r>
            <a:rPr lang="en-US" b="1" dirty="0"/>
            <a:t>New</a:t>
          </a:r>
          <a:r>
            <a:rPr lang="en-US" dirty="0"/>
            <a:t> </a:t>
          </a:r>
          <a:r>
            <a:rPr lang="en-US" b="1" dirty="0"/>
            <a:t>Request</a:t>
          </a:r>
          <a:r>
            <a:rPr lang="en-US" dirty="0"/>
            <a:t> </a:t>
          </a:r>
          <a:endParaRPr lang="en-US" b="1" dirty="0"/>
        </a:p>
      </dgm:t>
    </dgm:pt>
    <dgm:pt modelId="{B390169C-33FB-4FD9-973D-E1D7275387F6}" type="parTrans" cxnId="{4761C385-437D-4CF8-8F8E-490A88F2481D}">
      <dgm:prSet/>
      <dgm:spPr/>
      <dgm:t>
        <a:bodyPr/>
        <a:lstStyle/>
        <a:p>
          <a:endParaRPr lang="en-IN"/>
        </a:p>
      </dgm:t>
    </dgm:pt>
    <dgm:pt modelId="{462BF7C1-1883-4ACD-B01F-097534741878}" type="sibTrans" cxnId="{4761C385-437D-4CF8-8F8E-490A88F2481D}">
      <dgm:prSet/>
      <dgm:spPr/>
      <dgm:t>
        <a:bodyPr/>
        <a:lstStyle/>
        <a:p>
          <a:endParaRPr lang="en-IN"/>
        </a:p>
      </dgm:t>
    </dgm:pt>
    <dgm:pt modelId="{CC0224C4-65B6-43F4-B678-C72F1BB1D830}" type="pres">
      <dgm:prSet presAssocID="{2D8C9A7E-AF41-4DC4-B03E-F354D46C9041}" presName="cycle" presStyleCnt="0">
        <dgm:presLayoutVars>
          <dgm:dir/>
          <dgm:resizeHandles val="exact"/>
        </dgm:presLayoutVars>
      </dgm:prSet>
      <dgm:spPr/>
    </dgm:pt>
    <dgm:pt modelId="{50962A70-72C5-4775-9C10-13988C52BCDE}" type="pres">
      <dgm:prSet presAssocID="{3F6429B6-E8D8-4778-AA16-0F47D38B9F7E}" presName="node" presStyleLbl="node1" presStyleIdx="0" presStyleCnt="4">
        <dgm:presLayoutVars>
          <dgm:bulletEnabled val="1"/>
        </dgm:presLayoutVars>
      </dgm:prSet>
      <dgm:spPr/>
    </dgm:pt>
    <dgm:pt modelId="{C3276AFD-75AA-4DCA-BA79-B077BC3EBCF4}" type="pres">
      <dgm:prSet presAssocID="{3F6429B6-E8D8-4778-AA16-0F47D38B9F7E}" presName="spNode" presStyleCnt="0"/>
      <dgm:spPr/>
    </dgm:pt>
    <dgm:pt modelId="{01DF45C5-305F-4C2B-B0DD-DC1E2995B6FD}" type="pres">
      <dgm:prSet presAssocID="{D1D156AA-39EC-4AE4-BDAA-8AA089D7AD7A}" presName="sibTrans" presStyleLbl="sibTrans1D1" presStyleIdx="0" presStyleCnt="4"/>
      <dgm:spPr/>
    </dgm:pt>
    <dgm:pt modelId="{3559625F-88AC-49CB-8E9B-BB0D6E9AF544}" type="pres">
      <dgm:prSet presAssocID="{513E7566-0246-4119-B609-E4A2A726030B}" presName="node" presStyleLbl="node1" presStyleIdx="1" presStyleCnt="4">
        <dgm:presLayoutVars>
          <dgm:bulletEnabled val="1"/>
        </dgm:presLayoutVars>
      </dgm:prSet>
      <dgm:spPr/>
    </dgm:pt>
    <dgm:pt modelId="{FA612A10-62B6-46DC-A1C6-218B2C350C40}" type="pres">
      <dgm:prSet presAssocID="{513E7566-0246-4119-B609-E4A2A726030B}" presName="spNode" presStyleCnt="0"/>
      <dgm:spPr/>
    </dgm:pt>
    <dgm:pt modelId="{899174B6-7284-4C54-9874-B33AE33FD474}" type="pres">
      <dgm:prSet presAssocID="{B511B90D-B907-491C-ACA0-36D873E6B880}" presName="sibTrans" presStyleLbl="sibTrans1D1" presStyleIdx="1" presStyleCnt="4"/>
      <dgm:spPr/>
    </dgm:pt>
    <dgm:pt modelId="{652A933E-FC5D-4CC6-96F0-CA2592C879B2}" type="pres">
      <dgm:prSet presAssocID="{4EA86E5A-8D49-42C5-9F19-33759B258BD6}" presName="node" presStyleLbl="node1" presStyleIdx="2" presStyleCnt="4">
        <dgm:presLayoutVars>
          <dgm:bulletEnabled val="1"/>
        </dgm:presLayoutVars>
      </dgm:prSet>
      <dgm:spPr/>
    </dgm:pt>
    <dgm:pt modelId="{ED11EFB3-982C-4995-885D-52BF562FC802}" type="pres">
      <dgm:prSet presAssocID="{4EA86E5A-8D49-42C5-9F19-33759B258BD6}" presName="spNode" presStyleCnt="0"/>
      <dgm:spPr/>
    </dgm:pt>
    <dgm:pt modelId="{7C605003-10EE-432D-A5E9-63F48368AA18}" type="pres">
      <dgm:prSet presAssocID="{462BF7C1-1883-4ACD-B01F-097534741878}" presName="sibTrans" presStyleLbl="sibTrans1D1" presStyleIdx="2" presStyleCnt="4"/>
      <dgm:spPr/>
    </dgm:pt>
    <dgm:pt modelId="{FB8DB5E3-6DFC-4347-947F-8572B7DBFA2F}" type="pres">
      <dgm:prSet presAssocID="{F4105CC6-F100-4A4E-BF28-4DA5E575A371}" presName="node" presStyleLbl="node1" presStyleIdx="3" presStyleCnt="4">
        <dgm:presLayoutVars>
          <dgm:bulletEnabled val="1"/>
        </dgm:presLayoutVars>
      </dgm:prSet>
      <dgm:spPr/>
    </dgm:pt>
    <dgm:pt modelId="{BB31CEFB-A5AE-4E81-9971-8E4131758B57}" type="pres">
      <dgm:prSet presAssocID="{F4105CC6-F100-4A4E-BF28-4DA5E575A371}" presName="spNode" presStyleCnt="0"/>
      <dgm:spPr/>
    </dgm:pt>
    <dgm:pt modelId="{4DC5589C-DCBA-4813-BC1D-6150FBE4E5BB}" type="pres">
      <dgm:prSet presAssocID="{D4320D36-9367-43A4-BDAF-1EA820FC4EB8}" presName="sibTrans" presStyleLbl="sibTrans1D1" presStyleIdx="3" presStyleCnt="4"/>
      <dgm:spPr/>
    </dgm:pt>
  </dgm:ptLst>
  <dgm:cxnLst>
    <dgm:cxn modelId="{7EF73E07-1D1E-4A1A-8569-817CE9BBF381}" type="presOf" srcId="{D4320D36-9367-43A4-BDAF-1EA820FC4EB8}" destId="{4DC5589C-DCBA-4813-BC1D-6150FBE4E5BB}" srcOrd="0" destOrd="0" presId="urn:microsoft.com/office/officeart/2005/8/layout/cycle5"/>
    <dgm:cxn modelId="{65FC6A07-239E-4E2D-9A79-696BD5E93CC2}" srcId="{2D8C9A7E-AF41-4DC4-B03E-F354D46C9041}" destId="{3F6429B6-E8D8-4778-AA16-0F47D38B9F7E}" srcOrd="0" destOrd="0" parTransId="{90D55F6A-1FF4-4BB9-BA54-43F1B1085DB1}" sibTransId="{D1D156AA-39EC-4AE4-BDAA-8AA089D7AD7A}"/>
    <dgm:cxn modelId="{716FC916-C990-4125-8702-182D2B0BF2F2}" type="presOf" srcId="{4EA86E5A-8D49-42C5-9F19-33759B258BD6}" destId="{652A933E-FC5D-4CC6-96F0-CA2592C879B2}" srcOrd="0" destOrd="0" presId="urn:microsoft.com/office/officeart/2005/8/layout/cycle5"/>
    <dgm:cxn modelId="{FF96DD1A-BDBF-4F7D-84BB-96183B4F84A2}" srcId="{2D8C9A7E-AF41-4DC4-B03E-F354D46C9041}" destId="{513E7566-0246-4119-B609-E4A2A726030B}" srcOrd="1" destOrd="0" parTransId="{04A75799-17AA-42C0-A838-4176BA3A0B1C}" sibTransId="{B511B90D-B907-491C-ACA0-36D873E6B880}"/>
    <dgm:cxn modelId="{7206AE2C-EFB5-4B1B-B15A-F16FC770BDFA}" type="presOf" srcId="{2D8C9A7E-AF41-4DC4-B03E-F354D46C9041}" destId="{CC0224C4-65B6-43F4-B678-C72F1BB1D830}" srcOrd="0" destOrd="0" presId="urn:microsoft.com/office/officeart/2005/8/layout/cycle5"/>
    <dgm:cxn modelId="{D9F0E134-BBB1-4475-901C-8123B1EF0A03}" type="presOf" srcId="{513E7566-0246-4119-B609-E4A2A726030B}" destId="{3559625F-88AC-49CB-8E9B-BB0D6E9AF544}" srcOrd="0" destOrd="0" presId="urn:microsoft.com/office/officeart/2005/8/layout/cycle5"/>
    <dgm:cxn modelId="{9968F45B-D504-4850-8CD6-8D4F9B02109A}" type="presOf" srcId="{3F6429B6-E8D8-4778-AA16-0F47D38B9F7E}" destId="{50962A70-72C5-4775-9C10-13988C52BCDE}" srcOrd="0" destOrd="0" presId="urn:microsoft.com/office/officeart/2005/8/layout/cycle5"/>
    <dgm:cxn modelId="{09F92E4F-9F82-48D7-9027-0047D2C21FC0}" srcId="{2D8C9A7E-AF41-4DC4-B03E-F354D46C9041}" destId="{F4105CC6-F100-4A4E-BF28-4DA5E575A371}" srcOrd="3" destOrd="0" parTransId="{B7897B98-19BD-4211-8C84-E34D8F61BE6D}" sibTransId="{D4320D36-9367-43A4-BDAF-1EA820FC4EB8}"/>
    <dgm:cxn modelId="{4761C385-437D-4CF8-8F8E-490A88F2481D}" srcId="{2D8C9A7E-AF41-4DC4-B03E-F354D46C9041}" destId="{4EA86E5A-8D49-42C5-9F19-33759B258BD6}" srcOrd="2" destOrd="0" parTransId="{B390169C-33FB-4FD9-973D-E1D7275387F6}" sibTransId="{462BF7C1-1883-4ACD-B01F-097534741878}"/>
    <dgm:cxn modelId="{B18FBD8B-601B-4348-AC2B-B160CE790D49}" type="presOf" srcId="{B511B90D-B907-491C-ACA0-36D873E6B880}" destId="{899174B6-7284-4C54-9874-B33AE33FD474}" srcOrd="0" destOrd="0" presId="urn:microsoft.com/office/officeart/2005/8/layout/cycle5"/>
    <dgm:cxn modelId="{3A84EDAF-666F-426B-B760-44CBC8E7AB91}" type="presOf" srcId="{D1D156AA-39EC-4AE4-BDAA-8AA089D7AD7A}" destId="{01DF45C5-305F-4C2B-B0DD-DC1E2995B6FD}" srcOrd="0" destOrd="0" presId="urn:microsoft.com/office/officeart/2005/8/layout/cycle5"/>
    <dgm:cxn modelId="{FBA2EBB3-771F-4E2A-9461-8B63844A5274}" type="presOf" srcId="{F4105CC6-F100-4A4E-BF28-4DA5E575A371}" destId="{FB8DB5E3-6DFC-4347-947F-8572B7DBFA2F}" srcOrd="0" destOrd="0" presId="urn:microsoft.com/office/officeart/2005/8/layout/cycle5"/>
    <dgm:cxn modelId="{8FDBFADC-777C-4834-B551-93B1FB15F3C3}" type="presOf" srcId="{462BF7C1-1883-4ACD-B01F-097534741878}" destId="{7C605003-10EE-432D-A5E9-63F48368AA18}" srcOrd="0" destOrd="0" presId="urn:microsoft.com/office/officeart/2005/8/layout/cycle5"/>
    <dgm:cxn modelId="{8D37351C-A633-4A36-8FCF-5E02A88BD7AF}" type="presParOf" srcId="{CC0224C4-65B6-43F4-B678-C72F1BB1D830}" destId="{50962A70-72C5-4775-9C10-13988C52BCDE}" srcOrd="0" destOrd="0" presId="urn:microsoft.com/office/officeart/2005/8/layout/cycle5"/>
    <dgm:cxn modelId="{97D23155-D70E-4213-A8C9-B11C88822A2D}" type="presParOf" srcId="{CC0224C4-65B6-43F4-B678-C72F1BB1D830}" destId="{C3276AFD-75AA-4DCA-BA79-B077BC3EBCF4}" srcOrd="1" destOrd="0" presId="urn:microsoft.com/office/officeart/2005/8/layout/cycle5"/>
    <dgm:cxn modelId="{34454034-56D2-4D8A-9990-86BD56CF85AB}" type="presParOf" srcId="{CC0224C4-65B6-43F4-B678-C72F1BB1D830}" destId="{01DF45C5-305F-4C2B-B0DD-DC1E2995B6FD}" srcOrd="2" destOrd="0" presId="urn:microsoft.com/office/officeart/2005/8/layout/cycle5"/>
    <dgm:cxn modelId="{344992C4-4E38-42F1-9419-B8E7CBFE16E4}" type="presParOf" srcId="{CC0224C4-65B6-43F4-B678-C72F1BB1D830}" destId="{3559625F-88AC-49CB-8E9B-BB0D6E9AF544}" srcOrd="3" destOrd="0" presId="urn:microsoft.com/office/officeart/2005/8/layout/cycle5"/>
    <dgm:cxn modelId="{B5E03688-976C-4261-989E-9DCDF9046640}" type="presParOf" srcId="{CC0224C4-65B6-43F4-B678-C72F1BB1D830}" destId="{FA612A10-62B6-46DC-A1C6-218B2C350C40}" srcOrd="4" destOrd="0" presId="urn:microsoft.com/office/officeart/2005/8/layout/cycle5"/>
    <dgm:cxn modelId="{2B286F96-0743-4C2E-97A8-999558CAB916}" type="presParOf" srcId="{CC0224C4-65B6-43F4-B678-C72F1BB1D830}" destId="{899174B6-7284-4C54-9874-B33AE33FD474}" srcOrd="5" destOrd="0" presId="urn:microsoft.com/office/officeart/2005/8/layout/cycle5"/>
    <dgm:cxn modelId="{F68908D3-5732-469E-95FA-C5C2F6FF105E}" type="presParOf" srcId="{CC0224C4-65B6-43F4-B678-C72F1BB1D830}" destId="{652A933E-FC5D-4CC6-96F0-CA2592C879B2}" srcOrd="6" destOrd="0" presId="urn:microsoft.com/office/officeart/2005/8/layout/cycle5"/>
    <dgm:cxn modelId="{2D815DA2-1CA5-434A-8C41-36CB384F3BE0}" type="presParOf" srcId="{CC0224C4-65B6-43F4-B678-C72F1BB1D830}" destId="{ED11EFB3-982C-4995-885D-52BF562FC802}" srcOrd="7" destOrd="0" presId="urn:microsoft.com/office/officeart/2005/8/layout/cycle5"/>
    <dgm:cxn modelId="{52415019-53FB-4478-87B6-B1D1AA031E14}" type="presParOf" srcId="{CC0224C4-65B6-43F4-B678-C72F1BB1D830}" destId="{7C605003-10EE-432D-A5E9-63F48368AA18}" srcOrd="8" destOrd="0" presId="urn:microsoft.com/office/officeart/2005/8/layout/cycle5"/>
    <dgm:cxn modelId="{F4776486-5ED8-40EA-B978-B04617C1193B}" type="presParOf" srcId="{CC0224C4-65B6-43F4-B678-C72F1BB1D830}" destId="{FB8DB5E3-6DFC-4347-947F-8572B7DBFA2F}" srcOrd="9" destOrd="0" presId="urn:microsoft.com/office/officeart/2005/8/layout/cycle5"/>
    <dgm:cxn modelId="{A9FBD3A6-7F16-42E2-ACDE-A926F9AB1866}" type="presParOf" srcId="{CC0224C4-65B6-43F4-B678-C72F1BB1D830}" destId="{BB31CEFB-A5AE-4E81-9971-8E4131758B57}" srcOrd="10" destOrd="0" presId="urn:microsoft.com/office/officeart/2005/8/layout/cycle5"/>
    <dgm:cxn modelId="{CA7772AB-49FA-4F3D-9A05-24D48D0880E0}" type="presParOf" srcId="{CC0224C4-65B6-43F4-B678-C72F1BB1D830}" destId="{4DC5589C-DCBA-4813-BC1D-6150FBE4E5BB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962A70-72C5-4775-9C10-13988C52BCDE}">
      <dsp:nvSpPr>
        <dsp:cNvPr id="0" name=""/>
        <dsp:cNvSpPr/>
      </dsp:nvSpPr>
      <dsp:spPr>
        <a:xfrm>
          <a:off x="1980428" y="660"/>
          <a:ext cx="1497981" cy="97368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Home</a:t>
          </a:r>
          <a:r>
            <a:rPr lang="en-US" sz="1800" kern="1200" dirty="0"/>
            <a:t> </a:t>
          </a:r>
          <a:r>
            <a:rPr lang="en-US" sz="1800" b="1" kern="1200" dirty="0"/>
            <a:t>Screen</a:t>
          </a:r>
        </a:p>
      </dsp:txBody>
      <dsp:txXfrm>
        <a:off x="2027960" y="48192"/>
        <a:ext cx="1402917" cy="878624"/>
      </dsp:txXfrm>
    </dsp:sp>
    <dsp:sp modelId="{01DF45C5-305F-4C2B-B0DD-DC1E2995B6FD}">
      <dsp:nvSpPr>
        <dsp:cNvPr id="0" name=""/>
        <dsp:cNvSpPr/>
      </dsp:nvSpPr>
      <dsp:spPr>
        <a:xfrm>
          <a:off x="1120663" y="487504"/>
          <a:ext cx="3217510" cy="3217510"/>
        </a:xfrm>
        <a:custGeom>
          <a:avLst/>
          <a:gdLst/>
          <a:ahLst/>
          <a:cxnLst/>
          <a:rect l="0" t="0" r="0" b="0"/>
          <a:pathLst>
            <a:path>
              <a:moveTo>
                <a:pt x="2564566" y="314723"/>
              </a:moveTo>
              <a:arcTo wR="1608755" hR="1608755" stAng="18387041" swAng="1633843"/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59625F-88AC-49CB-8E9B-BB0D6E9AF544}">
      <dsp:nvSpPr>
        <dsp:cNvPr id="0" name=""/>
        <dsp:cNvSpPr/>
      </dsp:nvSpPr>
      <dsp:spPr>
        <a:xfrm>
          <a:off x="3589183" y="1609415"/>
          <a:ext cx="1497981" cy="97368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My</a:t>
          </a:r>
          <a:r>
            <a:rPr lang="en-US" sz="1800" kern="1200" dirty="0"/>
            <a:t> </a:t>
          </a:r>
          <a:r>
            <a:rPr lang="en-US" sz="1800" b="1" kern="1200" dirty="0"/>
            <a:t>Profile</a:t>
          </a:r>
        </a:p>
      </dsp:txBody>
      <dsp:txXfrm>
        <a:off x="3636715" y="1656947"/>
        <a:ext cx="1402917" cy="878624"/>
      </dsp:txXfrm>
    </dsp:sp>
    <dsp:sp modelId="{899174B6-7284-4C54-9874-B33AE33FD474}">
      <dsp:nvSpPr>
        <dsp:cNvPr id="0" name=""/>
        <dsp:cNvSpPr/>
      </dsp:nvSpPr>
      <dsp:spPr>
        <a:xfrm>
          <a:off x="1120663" y="487504"/>
          <a:ext cx="3217510" cy="3217510"/>
        </a:xfrm>
        <a:custGeom>
          <a:avLst/>
          <a:gdLst/>
          <a:ahLst/>
          <a:cxnLst/>
          <a:rect l="0" t="0" r="0" b="0"/>
          <a:pathLst>
            <a:path>
              <a:moveTo>
                <a:pt x="3050751" y="2322016"/>
              </a:moveTo>
              <a:arcTo wR="1608755" hR="1608755" stAng="1579115" swAng="1633843"/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2A933E-FC5D-4CC6-96F0-CA2592C879B2}">
      <dsp:nvSpPr>
        <dsp:cNvPr id="0" name=""/>
        <dsp:cNvSpPr/>
      </dsp:nvSpPr>
      <dsp:spPr>
        <a:xfrm>
          <a:off x="1980428" y="3218171"/>
          <a:ext cx="1497981" cy="97368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Create</a:t>
          </a:r>
          <a:r>
            <a:rPr lang="en-US" sz="1800" kern="1200" dirty="0"/>
            <a:t> </a:t>
          </a:r>
          <a:r>
            <a:rPr lang="en-US" sz="1800" b="1" kern="1200" dirty="0"/>
            <a:t>New</a:t>
          </a:r>
          <a:r>
            <a:rPr lang="en-US" sz="1800" kern="1200" dirty="0"/>
            <a:t> </a:t>
          </a:r>
          <a:r>
            <a:rPr lang="en-US" sz="1800" b="1" kern="1200" dirty="0"/>
            <a:t>Request</a:t>
          </a:r>
          <a:r>
            <a:rPr lang="en-US" sz="1800" kern="1200" dirty="0"/>
            <a:t> </a:t>
          </a:r>
          <a:endParaRPr lang="en-US" sz="1800" b="1" kern="1200" dirty="0"/>
        </a:p>
      </dsp:txBody>
      <dsp:txXfrm>
        <a:off x="2027960" y="3265703"/>
        <a:ext cx="1402917" cy="878624"/>
      </dsp:txXfrm>
    </dsp:sp>
    <dsp:sp modelId="{7C605003-10EE-432D-A5E9-63F48368AA18}">
      <dsp:nvSpPr>
        <dsp:cNvPr id="0" name=""/>
        <dsp:cNvSpPr/>
      </dsp:nvSpPr>
      <dsp:spPr>
        <a:xfrm>
          <a:off x="1120663" y="487504"/>
          <a:ext cx="3217510" cy="3217510"/>
        </a:xfrm>
        <a:custGeom>
          <a:avLst/>
          <a:gdLst/>
          <a:ahLst/>
          <a:cxnLst/>
          <a:rect l="0" t="0" r="0" b="0"/>
          <a:pathLst>
            <a:path>
              <a:moveTo>
                <a:pt x="652944" y="2902787"/>
              </a:moveTo>
              <a:arcTo wR="1608755" hR="1608755" stAng="7587041" swAng="1633843"/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8DB5E3-6DFC-4347-947F-8572B7DBFA2F}">
      <dsp:nvSpPr>
        <dsp:cNvPr id="0" name=""/>
        <dsp:cNvSpPr/>
      </dsp:nvSpPr>
      <dsp:spPr>
        <a:xfrm>
          <a:off x="371672" y="1609415"/>
          <a:ext cx="1497981" cy="97368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My Approval</a:t>
          </a:r>
        </a:p>
      </dsp:txBody>
      <dsp:txXfrm>
        <a:off x="419204" y="1656947"/>
        <a:ext cx="1402917" cy="878624"/>
      </dsp:txXfrm>
    </dsp:sp>
    <dsp:sp modelId="{4DC5589C-DCBA-4813-BC1D-6150FBE4E5BB}">
      <dsp:nvSpPr>
        <dsp:cNvPr id="0" name=""/>
        <dsp:cNvSpPr/>
      </dsp:nvSpPr>
      <dsp:spPr>
        <a:xfrm>
          <a:off x="1120663" y="487504"/>
          <a:ext cx="3217510" cy="3217510"/>
        </a:xfrm>
        <a:custGeom>
          <a:avLst/>
          <a:gdLst/>
          <a:ahLst/>
          <a:cxnLst/>
          <a:rect l="0" t="0" r="0" b="0"/>
          <a:pathLst>
            <a:path>
              <a:moveTo>
                <a:pt x="166759" y="895494"/>
              </a:moveTo>
              <a:arcTo wR="1608755" hR="1608755" stAng="12379115" swAng="1633843"/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0:00:19.3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0:00:21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0:00:21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0:00:19.3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0:00:21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0:00:21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53C24-9B6C-4B15-A4E5-1161ABB3536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F2FE4-8E38-42ED-916E-84E6E4183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55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F2FE4-8E38-42ED-916E-84E6E41833B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563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F2FE4-8E38-42ED-916E-84E6E41833B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358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A14CB-BFCE-EBA5-4146-8A9DA27F9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F43EC-AFE8-ED63-62F0-86F2D1062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16337-71EA-CCB5-D29B-FCA90E375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2B46F-0B97-87EF-759A-B4FCFEBDC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F2FE4-8E38-42ED-916E-84E6E41833B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24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F2FE4-8E38-42ED-916E-84E6E41833B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090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4A153-C6B3-3062-4ED1-D800A88013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3074A-7E99-7E92-F85E-7A62A7FDB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44CC1-605E-3775-3FE6-B7B873885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EC6A-397A-41BA-8AC3-3C5AE0B5B78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D3DCF-937A-5C06-8C02-B5C5FBAD3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04B48-A780-4162-8A10-1663B7348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1F40-3739-4146-9CC6-88FDE6EA8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82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EBFC6-FF79-40EA-0950-B8825C7B0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1DB47-4684-D6C8-852B-DC7895EBD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8810E-CBAF-5102-59C5-8D1AD67E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EC6A-397A-41BA-8AC3-3C5AE0B5B78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A95B4-68AC-DC69-10F3-82919A02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3FC74-BE84-017E-F1B0-3024D89D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1F40-3739-4146-9CC6-88FDE6EA8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638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EA14A-3B6E-27E9-F9EC-B53CD47E5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DA237-3070-3870-9E20-6FAC32374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A6A8E-19D5-A084-2C20-18020C78C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EC6A-397A-41BA-8AC3-3C5AE0B5B78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FC4D1-7C9E-DD32-B3C2-143C0C435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F3A4E-C68D-B15B-8F0E-344453E1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1F40-3739-4146-9CC6-88FDE6EA8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575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7E989-4D15-C5D4-22CA-F01605A7A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F8EF2-CE0A-63CC-154E-C4D0D762C3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488F7-5726-DB86-2EE9-1E40ABE22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C2A95-C85F-4438-5ED6-1B5FF932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EC6A-397A-41BA-8AC3-3C5AE0B5B78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4F367-F73D-4052-50C3-92A03A83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1FE6F-F6C7-B179-5ED3-08E35EB63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1F40-3739-4146-9CC6-88FDE6EA8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129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A482-E2C8-137F-CD06-445A7DB22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58812-B884-3E64-FD86-0157D8441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6D131-AE93-8271-4BF4-A2FDE927A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88E504-9083-3358-F4B6-ABDE0B7C95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DA3F3-ADCE-9669-C9A0-21759875FC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6E4891-801E-6840-4829-C103EF690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EC6A-397A-41BA-8AC3-3C5AE0B5B78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8B4081-5575-811F-52A9-CF2BE7231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2B52E7-EB80-7F81-672F-030861DBF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1F40-3739-4146-9CC6-88FDE6EA8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257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B729B-45BC-ABA9-E783-52A1CBFF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C6F10F-7557-2FA5-5CA6-BCB6133EB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EC6A-397A-41BA-8AC3-3C5AE0B5B78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03A90C-ADE0-79BD-C41D-3E17280D5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54512E-5126-E34B-3685-E90AD939F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1F40-3739-4146-9CC6-88FDE6EA8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886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784CBB-1638-C0E4-BF31-EB9955224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EC6A-397A-41BA-8AC3-3C5AE0B5B78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780AC5-7E4B-4314-9C76-C04343935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64716-3363-6991-7446-925C8041C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1F40-3739-4146-9CC6-88FDE6EA8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175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5CE71-F6E1-A6A6-0A13-4C1F6930A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3902D-8B00-436E-BE07-B589D850E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8B01FD-5CAB-D4DF-2326-B27D9E53E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7BB2E-0002-89EF-7DC4-8ED047559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EC6A-397A-41BA-8AC3-3C5AE0B5B78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DAD74-729A-E647-2FBB-586E2243A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25FA3-6D6A-1717-8673-828C7380E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1F40-3739-4146-9CC6-88FDE6EA8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726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C00CE-058C-A737-4500-26974BC23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FA1EA8-7B4F-FDAF-6BC1-606F86BEDC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B77E2-440C-B88C-03F9-482448138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E9C2-832B-4D4D-F0E1-D3D3C4372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EC6A-397A-41BA-8AC3-3C5AE0B5B78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660AD-4A68-9BC2-0555-DB0C9EF35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D6B91-733A-2FAB-7D7D-258EE507A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1F40-3739-4146-9CC6-88FDE6EA8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579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35F79-52FF-D46A-6EB9-2F3CD548B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394FFD-9D89-2956-4D97-7166B238A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EC5E9-D492-FE14-94FD-5765DCFE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EC6A-397A-41BA-8AC3-3C5AE0B5B78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61259-2533-89D0-1952-AED2847CB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1F836-2936-73A1-DA94-89F11B6C5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1F40-3739-4146-9CC6-88FDE6EA8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802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AF3E3C-99AC-A4BD-34B1-D7C50D3ED0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B4E6B-995F-A18E-2B13-7B1784750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74398-EE51-AD53-BFFB-1A2F9D004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EC6A-397A-41BA-8AC3-3C5AE0B5B78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5129C-83B4-EE9C-5A0B-6026AEEE4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16EDA-E698-17F8-CC9A-D74587AE9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1F40-3739-4146-9CC6-88FDE6EA8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61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5A618E-910A-CF3A-E3BA-E06B20EA2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7567C-1529-BD66-E096-126B7842C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83E8F-11D5-BC57-20F5-8E04C92B7F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BEC6A-397A-41BA-8AC3-3C5AE0B5B78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9321F-2A0C-5E93-746F-65E9F3CEDE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7D67A-3421-1528-1E99-B7A7572C2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351F40-3739-4146-9CC6-88FDE6EA8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592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6.xml"/><Relationship Id="rId5" Type="http://schemas.openxmlformats.org/officeDocument/2006/relationships/customXml" Target="../ink/ink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0" name="Arc 7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832412-4B4D-6BBF-5C8F-B69B333DE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sz="3100" b="1" spc="100" dirty="0"/>
              <a:t>Employee Request </a:t>
            </a:r>
            <a:r>
              <a:rPr lang="en-US" sz="3100" b="1" spc="100"/>
              <a:t>Management–Process Flow</a:t>
            </a:r>
            <a:endParaRPr lang="en-GB" sz="3100" b="1" dirty="0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C53764-E059-C5A0-2FCF-89A2DBC3F3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547"/>
          <a:stretch>
            <a:fillRect/>
          </a:stretch>
        </p:blipFill>
        <p:spPr>
          <a:xfrm>
            <a:off x="703182" y="962671"/>
            <a:ext cx="4777381" cy="476291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E97D651C-161A-4F52-8957-4E579FA46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FE0688A0-CE45-461A-BBA6-EE837BDFEA66}" type="datetime3">
              <a:rPr lang="en-SG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spcAft>
                  <a:spcPts val="600"/>
                </a:spcAft>
              </a:pPr>
              <a:t>18 February 2026</a:t>
            </a:fld>
            <a:endParaRPr lang="en-GB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4" name="Text Placeholder 5">
            <a:extLst>
              <a:ext uri="{FF2B5EF4-FFF2-40B4-BE49-F238E27FC236}">
                <a16:creationId xmlns:a16="http://schemas.microsoft.com/office/drawing/2014/main" id="{BA590AE1-D3BB-E9EB-D086-08BBCDB207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6411974"/>
              </p:ext>
            </p:extLst>
          </p:nvPr>
        </p:nvGraphicFramePr>
        <p:xfrm>
          <a:off x="5894962" y="1984443"/>
          <a:ext cx="5458838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519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ACAC2A-E4D8-F538-68DE-812A28349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Home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B8F029-24DF-2A7F-4A56-97F9E624F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801" y="1691129"/>
            <a:ext cx="8788398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80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8B6E1D-A261-48F0-A736-9A0936C97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My Profile Screen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44C5C08-FC24-B695-B257-E62C387F2F1F}"/>
                  </a:ext>
                </a:extLst>
              </p14:cNvPr>
              <p14:cNvContentPartPr/>
              <p14:nvPr/>
            </p14:nvContentPartPr>
            <p14:xfrm>
              <a:off x="8297267" y="228572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44C5C08-FC24-B695-B257-E62C387F2F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91147" y="22796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49CC512-9519-0D13-5DC9-81DB6B8FEA9B}"/>
                  </a:ext>
                </a:extLst>
              </p14:cNvPr>
              <p14:cNvContentPartPr/>
              <p14:nvPr/>
            </p14:nvContentPartPr>
            <p14:xfrm>
              <a:off x="6586907" y="2582000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49CC512-9519-0D13-5DC9-81DB6B8FEA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80787" y="25758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E367A4D-9CA6-07FE-7099-415D65D8097D}"/>
                  </a:ext>
                </a:extLst>
              </p14:cNvPr>
              <p14:cNvContentPartPr/>
              <p14:nvPr/>
            </p14:nvContentPartPr>
            <p14:xfrm>
              <a:off x="6265067" y="270080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E367A4D-9CA6-07FE-7099-415D65D809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58947" y="269468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0" name="Picture 29">
            <a:extLst>
              <a:ext uri="{FF2B5EF4-FFF2-40B4-BE49-F238E27FC236}">
                <a16:creationId xmlns:a16="http://schemas.microsoft.com/office/drawing/2014/main" id="{86C91737-DF3A-F458-078D-A813C75299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733" y="1634067"/>
            <a:ext cx="10786533" cy="48429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112108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9181D9-F1FD-3A2F-D86D-FB915663F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C6623A08-21D3-7E33-35B3-4B87704BC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D7BEED-8697-0A3D-545B-3B792C902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View Form Screen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EE305B8-E1E6-BE7E-605F-81289AFD417E}"/>
                  </a:ext>
                </a:extLst>
              </p14:cNvPr>
              <p14:cNvContentPartPr/>
              <p14:nvPr/>
            </p14:nvContentPartPr>
            <p14:xfrm>
              <a:off x="8297267" y="2285720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EE305B8-E1E6-BE7E-605F-81289AFD41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91147" y="22796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EA03ADC-42DF-202C-7E38-B90D968FEE13}"/>
                  </a:ext>
                </a:extLst>
              </p14:cNvPr>
              <p14:cNvContentPartPr/>
              <p14:nvPr/>
            </p14:nvContentPartPr>
            <p14:xfrm>
              <a:off x="6586907" y="2582000"/>
              <a:ext cx="36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EA03ADC-42DF-202C-7E38-B90D968FEE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80787" y="25758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95EE09B-F15E-2B99-588B-9B05B078D85C}"/>
                  </a:ext>
                </a:extLst>
              </p14:cNvPr>
              <p14:cNvContentPartPr/>
              <p14:nvPr/>
            </p14:nvContentPartPr>
            <p14:xfrm>
              <a:off x="6265067" y="2700800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95EE09B-F15E-2B99-588B-9B05B078D8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58947" y="269468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7641F74-97C6-7233-84CB-D0C4E42C84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176" y="1542552"/>
            <a:ext cx="11306281" cy="502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570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56DB1B-2212-2696-03EF-993D0EA54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Create New Request Screen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1EA2AB-E2D3-6026-BB78-06CABB625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33" y="1768360"/>
            <a:ext cx="9973733" cy="45310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250701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9F0A3F-616B-96D5-AD21-B3447B2A4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My Approval Screen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A404FA-F113-D78C-2913-771A1AF74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463" y="1666761"/>
            <a:ext cx="8876603" cy="43941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20089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6FD9C2-5779-87B4-8236-EDF91F227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My Approval View Form Screen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345CA-DC08-E3BE-1C62-E06B184DA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320" y="1675227"/>
            <a:ext cx="9349359" cy="43941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43615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62C1E2-64A0-59AB-AC32-43F7F2712F69}"/>
              </a:ext>
            </a:extLst>
          </p:cNvPr>
          <p:cNvSpPr txBox="1"/>
          <p:nvPr/>
        </p:nvSpPr>
        <p:spPr>
          <a:xfrm>
            <a:off x="1915747" y="730250"/>
            <a:ext cx="4978399" cy="31650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SharePoint Lists</a:t>
            </a:r>
          </a:p>
        </p:txBody>
      </p:sp>
      <p:pic>
        <p:nvPicPr>
          <p:cNvPr id="6" name="Graphic 5" descr="Open Folder">
            <a:extLst>
              <a:ext uri="{FF2B5EF4-FFF2-40B4-BE49-F238E27FC236}">
                <a16:creationId xmlns:a16="http://schemas.microsoft.com/office/drawing/2014/main" id="{F1D91693-A443-2722-5D9E-2452C0C10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10" name="Graphic 9" descr="Open Folder">
            <a:extLst>
              <a:ext uri="{FF2B5EF4-FFF2-40B4-BE49-F238E27FC236}">
                <a16:creationId xmlns:a16="http://schemas.microsoft.com/office/drawing/2014/main" id="{D9B6A508-5015-48B2-8969-3ED895CFA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909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C92900-EED2-B0AE-7F25-54D1EDE69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3F29DC-738F-1CEA-40A0-F195ED3F8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Employee </a:t>
            </a:r>
            <a:r>
              <a:rPr lang="en-US" sz="3200" b="1" dirty="0">
                <a:solidFill>
                  <a:schemeClr val="bg1"/>
                </a:solidFill>
              </a:rPr>
              <a:t>Details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SharePoint 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89629D-DF25-FA85-0A0F-9990FF53F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67" y="1812049"/>
            <a:ext cx="10625666" cy="43941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764238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51CFF9-4BD0-9332-8916-EF421C2D4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Employee Request SharePoint List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56DB5F-4D34-B694-CA9E-B9187B900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828" y="1683694"/>
            <a:ext cx="9948332" cy="47001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290541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FBB3A1-CC8B-FDC3-0101-FD230E6C7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A0078-B811-4935-57D9-B02654FA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Master Role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SharePoint 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9BFEC5-8464-8385-FABB-1FEA7DFCC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86733"/>
            <a:ext cx="10905066" cy="41711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518241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06AE86-EDA8-8F09-AF9D-67C4468AD58F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6000" b="1" dirty="0"/>
              <a:t>Email Workflow</a:t>
            </a:r>
          </a:p>
        </p:txBody>
      </p:sp>
    </p:spTree>
    <p:extLst>
      <p:ext uri="{BB962C8B-B14F-4D97-AF65-F5344CB8AC3E}">
        <p14:creationId xmlns:p14="http://schemas.microsoft.com/office/powerpoint/2010/main" val="3778140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89EDB-AA15-D2FE-38A7-B93BC9E4F49E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Employee Request Management Workflow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F36237-DC07-E125-6602-4D35A133C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845" y="1820334"/>
            <a:ext cx="8852309" cy="43941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64370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66983B-CEEA-E0FE-AEAB-D76935AD59FA}"/>
              </a:ext>
            </a:extLst>
          </p:cNvPr>
          <p:cNvSpPr txBox="1"/>
          <p:nvPr/>
        </p:nvSpPr>
        <p:spPr>
          <a:xfrm>
            <a:off x="1913259" y="735283"/>
            <a:ext cx="4978399" cy="31650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Email Notification</a:t>
            </a:r>
          </a:p>
        </p:txBody>
      </p:sp>
      <p:pic>
        <p:nvPicPr>
          <p:cNvPr id="6" name="Graphic 5" descr="Email">
            <a:extLst>
              <a:ext uri="{FF2B5EF4-FFF2-40B4-BE49-F238E27FC236}">
                <a16:creationId xmlns:a16="http://schemas.microsoft.com/office/drawing/2014/main" id="{7232C7F3-B4FF-8CEC-866E-8E79DA8A0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Email">
            <a:extLst>
              <a:ext uri="{FF2B5EF4-FFF2-40B4-BE49-F238E27FC236}">
                <a16:creationId xmlns:a16="http://schemas.microsoft.com/office/drawing/2014/main" id="{ED20C54E-382E-4EE2-BCF3-41D5538DB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45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C239FD-573A-B1C4-5479-30BDF8374505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Email Notification to the Manager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2C5535-659D-B63D-A72D-A24C54536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703070"/>
            <a:ext cx="6903720" cy="34518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430819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8BC861-C34C-F141-7DF0-336BF3EAA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259832-9094-BDAF-7A0A-1BC3DBC39E6D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Email Notification to the Employee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653A7E-7BF2-559B-6420-8A3238DAB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884293"/>
            <a:ext cx="6903720" cy="30894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758039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BC346C-469A-0BE8-5116-07BB8281F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7BFF2-2B37-1E3C-FBF6-5CDAB78A29EA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Email Notification to the Employee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78040B-443A-2535-4F06-5D95ACD15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806626"/>
            <a:ext cx="6903720" cy="32447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205920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F93D8F-B412-4AA6-1D41-9ECA9EC59A09}"/>
              </a:ext>
            </a:extLst>
          </p:cNvPr>
          <p:cNvSpPr txBox="1"/>
          <p:nvPr/>
        </p:nvSpPr>
        <p:spPr>
          <a:xfrm>
            <a:off x="4902200" y="3059668"/>
            <a:ext cx="2218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38809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79</Words>
  <Application>Microsoft Office PowerPoint</Application>
  <PresentationFormat>Widescreen</PresentationFormat>
  <Paragraphs>27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Verdana</vt:lpstr>
      <vt:lpstr>Office Theme</vt:lpstr>
      <vt:lpstr>Employee Request Management–Process Flow</vt:lpstr>
      <vt:lpstr>Home Screen</vt:lpstr>
      <vt:lpstr>My Profile Screen</vt:lpstr>
      <vt:lpstr>View Form Screen</vt:lpstr>
      <vt:lpstr>Create New Request Screen</vt:lpstr>
      <vt:lpstr>My Approval Screen</vt:lpstr>
      <vt:lpstr>My Approval View Form Screen</vt:lpstr>
      <vt:lpstr>PowerPoint Presentation</vt:lpstr>
      <vt:lpstr>Employee Details SharePoint List</vt:lpstr>
      <vt:lpstr>Employee Request SharePoint List</vt:lpstr>
      <vt:lpstr>Master Role SharePoint List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Kamesh A</dc:creator>
  <cp:lastModifiedBy>Soundaryaa</cp:lastModifiedBy>
  <cp:revision>18</cp:revision>
  <dcterms:created xsi:type="dcterms:W3CDTF">2025-09-19T08:58:27Z</dcterms:created>
  <dcterms:modified xsi:type="dcterms:W3CDTF">2026-02-18T10:37:12Z</dcterms:modified>
</cp:coreProperties>
</file>